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31432500" cy="10287000"/>
  <p:notesSz cx="6858000" cy="9144000"/>
  <p:embeddedFontLst>
    <p:embeddedFont>
      <p:font typeface="Montaser Arabic" charset="1" panose="00000500000000000000"/>
      <p:regular r:id="rId7"/>
    </p:embeddedFont>
    <p:embeddedFont>
      <p:font typeface="Montaser Arabic Bold" charset="1" panose="000008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813" y="0"/>
            <a:ext cx="31410687" cy="10287000"/>
          </a:xfrm>
          <a:custGeom>
            <a:avLst/>
            <a:gdLst/>
            <a:ahLst/>
            <a:cxnLst/>
            <a:rect r="r" b="b" t="t" l="l"/>
            <a:pathLst>
              <a:path h="10287000" w="31410687">
                <a:moveTo>
                  <a:pt x="0" y="0"/>
                </a:moveTo>
                <a:lnTo>
                  <a:pt x="31410687" y="0"/>
                </a:lnTo>
                <a:lnTo>
                  <a:pt x="3141068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968986" y="-2258884"/>
            <a:ext cx="12940174" cy="9187524"/>
          </a:xfrm>
          <a:custGeom>
            <a:avLst/>
            <a:gdLst/>
            <a:ahLst/>
            <a:cxnLst/>
            <a:rect r="r" b="b" t="t" l="l"/>
            <a:pathLst>
              <a:path h="9187524" w="12940174">
                <a:moveTo>
                  <a:pt x="0" y="0"/>
                </a:moveTo>
                <a:lnTo>
                  <a:pt x="12940174" y="0"/>
                </a:lnTo>
                <a:lnTo>
                  <a:pt x="12940174" y="9187523"/>
                </a:lnTo>
                <a:lnTo>
                  <a:pt x="0" y="91875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232548" y="-524651"/>
            <a:ext cx="7519857" cy="10002785"/>
          </a:xfrm>
          <a:custGeom>
            <a:avLst/>
            <a:gdLst/>
            <a:ahLst/>
            <a:cxnLst/>
            <a:rect r="r" b="b" t="t" l="l"/>
            <a:pathLst>
              <a:path h="10002785" w="7519857">
                <a:moveTo>
                  <a:pt x="0" y="0"/>
                </a:moveTo>
                <a:lnTo>
                  <a:pt x="7519857" y="0"/>
                </a:lnTo>
                <a:lnTo>
                  <a:pt x="7519857" y="10002785"/>
                </a:lnTo>
                <a:lnTo>
                  <a:pt x="0" y="1000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813" y="8241402"/>
            <a:ext cx="31410687" cy="2045598"/>
          </a:xfrm>
          <a:custGeom>
            <a:avLst/>
            <a:gdLst/>
            <a:ahLst/>
            <a:cxnLst/>
            <a:rect r="r" b="b" t="t" l="l"/>
            <a:pathLst>
              <a:path h="2045598" w="31410687">
                <a:moveTo>
                  <a:pt x="0" y="0"/>
                </a:moveTo>
                <a:lnTo>
                  <a:pt x="31410687" y="0"/>
                </a:lnTo>
                <a:lnTo>
                  <a:pt x="31410687" y="2045598"/>
                </a:lnTo>
                <a:lnTo>
                  <a:pt x="0" y="20455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02884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599747" y="1482465"/>
            <a:ext cx="8027938" cy="811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4"/>
              </a:lnSpc>
            </a:pPr>
            <a:r>
              <a:rPr lang="en-US" sz="4803" spc="-264">
                <a:solidFill>
                  <a:srgbClr val="E8E9E9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12 REUNIÕES ESTRATÉGICAS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51197" y="2951874"/>
            <a:ext cx="7976488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3"/>
              </a:lnSpc>
            </a:pPr>
            <a:r>
              <a:rPr lang="en-US" sz="4494" spc="76">
                <a:solidFill>
                  <a:srgbClr val="E8E9E9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ACOMPANHAMENTO VIA WHATSAPP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51197" y="5048116"/>
            <a:ext cx="8157121" cy="111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4452" spc="120">
                <a:solidFill>
                  <a:srgbClr val="E8E9E9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ONBOARDING PRESENCIAL</a:t>
            </a:r>
          </a:p>
          <a:p>
            <a:pPr algn="l">
              <a:lnSpc>
                <a:spcPts val="4314"/>
              </a:lnSpc>
            </a:pPr>
            <a:r>
              <a:rPr lang="en-US" sz="4452" spc="120">
                <a:solidFill>
                  <a:srgbClr val="E8E9E9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NA MINHA OPERAÇÃO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51197" y="6921806"/>
            <a:ext cx="8646468" cy="1097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73"/>
              </a:lnSpc>
            </a:pPr>
            <a:r>
              <a:rPr lang="en-US" sz="4512" spc="22">
                <a:solidFill>
                  <a:srgbClr val="E8E9E9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FOCO TOTAL NOS OBJETIVOS</a:t>
            </a:r>
          </a:p>
          <a:p>
            <a:pPr algn="just">
              <a:lnSpc>
                <a:spcPts val="4273"/>
              </a:lnSpc>
            </a:pPr>
            <a:r>
              <a:rPr lang="en-US" sz="4512" spc="22">
                <a:solidFill>
                  <a:srgbClr val="E8E9E9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 DESAFIOS DO MENTORADO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15207" y="8586428"/>
            <a:ext cx="12623899" cy="671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2"/>
              </a:lnSpc>
            </a:pPr>
            <a:r>
              <a:rPr lang="en-US" sz="3923" spc="349">
                <a:solidFill>
                  <a:srgbClr val="E2B446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PARA QUEM JÁ VENDE E QUER ESTRUTURA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6433" y="6104359"/>
            <a:ext cx="8580388" cy="1678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9"/>
              </a:lnSpc>
            </a:pPr>
            <a:r>
              <a:rPr lang="en-US" b="true" sz="4718">
                <a:solidFill>
                  <a:srgbClr val="E2B446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GUI </a:t>
            </a:r>
            <a:r>
              <a:rPr lang="en-US" b="true" sz="4718">
                <a:solidFill>
                  <a:srgbClr val="E2B446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NONATO</a:t>
            </a:r>
          </a:p>
          <a:p>
            <a:pPr algn="l">
              <a:lnSpc>
                <a:spcPts val="4227"/>
              </a:lnSpc>
            </a:pPr>
            <a:r>
              <a:rPr lang="en-US" sz="3708" spc="129">
                <a:solidFill>
                  <a:srgbClr val="E8E9E9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Não é conteúdo genérico.</a:t>
            </a:r>
          </a:p>
          <a:p>
            <a:pPr algn="l">
              <a:lnSpc>
                <a:spcPts val="3705"/>
              </a:lnSpc>
            </a:pPr>
            <a:r>
              <a:rPr lang="en-US" sz="3250" spc="211">
                <a:solidFill>
                  <a:srgbClr val="EFC128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É estratégía aplicada à sua operação.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DAGF38HnwJI</dc:identifier>
  <dcterms:modified xsi:type="dcterms:W3CDTF">2011-08-01T06:04:30Z</dcterms:modified>
  <cp:revision>1</cp:revision>
  <dc:title>Apresentação A - Gui Nonato</dc:title>
</cp:coreProperties>
</file>